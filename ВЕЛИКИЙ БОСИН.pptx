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8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86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156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03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91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3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68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600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96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3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62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2268C-2538-4E07-8B3E-E44E977433E8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1AAF1-0138-4882-A756-E3BF843171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40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ВЕЛИКИЙ БОСИН</a:t>
            </a:r>
          </a:p>
        </p:txBody>
      </p:sp>
      <p:sp>
        <p:nvSpPr>
          <p:cNvPr id="4" name="Прямоугольник 3">
            <a:hlinkClick r:id="" action="ppaction://hlinkshowjump?jump=nextslide"/>
          </p:cNvPr>
          <p:cNvSpPr/>
          <p:nvPr/>
        </p:nvSpPr>
        <p:spPr>
          <a:xfrm>
            <a:off x="3531523" y="3009208"/>
            <a:ext cx="5128953" cy="15378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6000" dirty="0"/>
              <a:t>СТАРТ</a:t>
            </a:r>
          </a:p>
        </p:txBody>
      </p:sp>
    </p:spTree>
    <p:extLst>
      <p:ext uri="{BB962C8B-B14F-4D97-AF65-F5344CB8AC3E}">
        <p14:creationId xmlns:p14="http://schemas.microsoft.com/office/powerpoint/2010/main" val="421438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55739"/>
            <a:ext cx="2410691" cy="3202261"/>
          </a:xfrm>
          <a:prstGeom prst="rect">
            <a:avLst/>
          </a:prstGeom>
        </p:spPr>
      </p:pic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2410690" y="4841232"/>
            <a:ext cx="3990109" cy="831273"/>
          </a:xfrm>
          <a:prstGeom prst="round2Diag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УХ… Давно я не охотился…</a:t>
            </a:r>
          </a:p>
        </p:txBody>
      </p:sp>
      <p:sp>
        <p:nvSpPr>
          <p:cNvPr id="5" name="Прямоугольник с двумя скругленными противолежащими углами 4">
            <a:hlinkClick r:id="" action="ppaction://hlinkshowjump?jump=nextslide"/>
          </p:cNvPr>
          <p:cNvSpPr/>
          <p:nvPr/>
        </p:nvSpPr>
        <p:spPr>
          <a:xfrm>
            <a:off x="2826326" y="4009959"/>
            <a:ext cx="3990109" cy="831273"/>
          </a:xfrm>
          <a:prstGeom prst="round2Diag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Надо найти новую жертву</a:t>
            </a:r>
          </a:p>
        </p:txBody>
      </p:sp>
      <p:sp>
        <p:nvSpPr>
          <p:cNvPr id="6" name="Управляющая кнопка: далее 5">
            <a:hlinkClick r:id="" action="ppaction://hlinkshowjump?jump=nextslide" highlightClick="1"/>
          </p:cNvPr>
          <p:cNvSpPr/>
          <p:nvPr/>
        </p:nvSpPr>
        <p:spPr>
          <a:xfrm>
            <a:off x="10507579" y="5735804"/>
            <a:ext cx="1684421" cy="1122196"/>
          </a:xfrm>
          <a:prstGeom prst="actionButtonForwardNex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35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563" y="1943326"/>
            <a:ext cx="2033588" cy="362403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145015" y="5567362"/>
            <a:ext cx="6217920" cy="105481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1"/>
          <p:cNvSpPr/>
          <p:nvPr/>
        </p:nvSpPr>
        <p:spPr>
          <a:xfrm>
            <a:off x="2034454" y="1112053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Для начала мне надо одеться</a:t>
            </a:r>
          </a:p>
        </p:txBody>
      </p:sp>
      <p:pic>
        <p:nvPicPr>
          <p:cNvPr id="6" name="п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739006">
            <a:off x="10262908" y="3228676"/>
            <a:ext cx="1847850" cy="2466975"/>
          </a:xfrm>
          <a:prstGeom prst="rect">
            <a:avLst/>
          </a:prstGeom>
        </p:spPr>
      </p:pic>
      <p:sp>
        <p:nvSpPr>
          <p:cNvPr id="7" name="2"/>
          <p:cNvSpPr/>
          <p:nvPr/>
        </p:nvSpPr>
        <p:spPr>
          <a:xfrm>
            <a:off x="2263866" y="1943326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Четко, осталось найти мой инструмент)</a:t>
            </a:r>
          </a:p>
        </p:txBody>
      </p:sp>
      <p:pic>
        <p:nvPicPr>
          <p:cNvPr id="8" name="и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733" y="3481364"/>
            <a:ext cx="1486851" cy="1067483"/>
          </a:xfrm>
          <a:prstGeom prst="rect">
            <a:avLst/>
          </a:prstGeom>
        </p:spPr>
      </p:pic>
      <p:sp>
        <p:nvSpPr>
          <p:cNvPr id="10" name="Прямоугольник с двумя скругленными противолежащими углами 9"/>
          <p:cNvSpPr/>
          <p:nvPr/>
        </p:nvSpPr>
        <p:spPr>
          <a:xfrm>
            <a:off x="2493278" y="2774599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Вот и все, пора выбирать пирожка)))))))))</a:t>
            </a:r>
          </a:p>
        </p:txBody>
      </p:sp>
      <p:sp>
        <p:nvSpPr>
          <p:cNvPr id="3" name="Управляющая кнопка: далее 2">
            <a:hlinkClick r:id="" action="ppaction://hlinkshowjump?jump=nextslide" highlightClick="1"/>
          </p:cNvPr>
          <p:cNvSpPr/>
          <p:nvPr/>
        </p:nvSpPr>
        <p:spPr>
          <a:xfrm>
            <a:off x="10241280" y="5567362"/>
            <a:ext cx="1684421" cy="1122196"/>
          </a:xfrm>
          <a:prstGeom prst="actionButtonForwardNex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068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27317 0.3071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59" y="15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-0.46289 0.229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51" y="1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бо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869" y="2770320"/>
            <a:ext cx="3245131" cy="4087680"/>
          </a:xfrm>
          <a:prstGeom prst="rect">
            <a:avLst/>
          </a:prstGeom>
        </p:spPr>
      </p:pic>
      <p:pic>
        <p:nvPicPr>
          <p:cNvPr id="6" name="Вумин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6718"/>
            <a:ext cx="4606724" cy="2591282"/>
          </a:xfrm>
          <a:prstGeom prst="rect">
            <a:avLst/>
          </a:prstGeom>
        </p:spPr>
      </p:pic>
      <p:sp>
        <p:nvSpPr>
          <p:cNvPr id="7" name="1"/>
          <p:cNvSpPr/>
          <p:nvPr/>
        </p:nvSpPr>
        <p:spPr>
          <a:xfrm>
            <a:off x="5861511" y="610133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 тут людно, помоги выбрать жертву</a:t>
            </a:r>
          </a:p>
        </p:txBody>
      </p:sp>
      <p:pic>
        <p:nvPicPr>
          <p:cNvPr id="8" name="Валера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1011" y="4266718"/>
            <a:ext cx="1755554" cy="1755554"/>
          </a:xfrm>
          <a:prstGeom prst="rect">
            <a:avLst/>
          </a:prstGeom>
        </p:spPr>
      </p:pic>
      <p:sp>
        <p:nvSpPr>
          <p:cNvPr id="11" name="2"/>
          <p:cNvSpPr/>
          <p:nvPr/>
        </p:nvSpPr>
        <p:spPr>
          <a:xfrm>
            <a:off x="6101011" y="1441406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АААААА, ЖЕНЩИНА</a:t>
            </a:r>
            <a:br>
              <a:rPr lang="ru-RU" dirty="0"/>
            </a:br>
            <a:r>
              <a:rPr lang="ru-RU" dirty="0"/>
              <a:t>(</a:t>
            </a:r>
            <a:r>
              <a:rPr lang="ru-RU" dirty="0" err="1"/>
              <a:t>бо</a:t>
            </a:r>
            <a:r>
              <a:rPr lang="ru-RU" dirty="0"/>
              <a:t> не любит женщин)</a:t>
            </a:r>
          </a:p>
        </p:txBody>
      </p:sp>
      <p:sp>
        <p:nvSpPr>
          <p:cNvPr id="12" name="2"/>
          <p:cNvSpPr/>
          <p:nvPr/>
        </p:nvSpPr>
        <p:spPr>
          <a:xfrm>
            <a:off x="6340511" y="2272679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А этот </a:t>
            </a:r>
            <a:r>
              <a:rPr lang="ru-RU" dirty="0" err="1"/>
              <a:t>ниче</a:t>
            </a:r>
            <a:r>
              <a:rPr lang="ru-RU" dirty="0"/>
              <a:t> такой</a:t>
            </a:r>
          </a:p>
        </p:txBody>
      </p:sp>
      <p:pic>
        <p:nvPicPr>
          <p:cNvPr id="13" name="и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497" y="5790517"/>
            <a:ext cx="1486851" cy="1067483"/>
          </a:xfrm>
          <a:prstGeom prst="rect">
            <a:avLst/>
          </a:prstGeom>
        </p:spPr>
      </p:pic>
      <p:sp>
        <p:nvSpPr>
          <p:cNvPr id="14" name="Управляющая кнопка: далее 13">
            <a:hlinkClick r:id="" action="ppaction://hlinkshowjump?jump=nextslide" highlightClick="1"/>
          </p:cNvPr>
          <p:cNvSpPr/>
          <p:nvPr/>
        </p:nvSpPr>
        <p:spPr>
          <a:xfrm>
            <a:off x="10507579" y="0"/>
            <a:ext cx="1684421" cy="1122196"/>
          </a:xfrm>
          <a:prstGeom prst="actionButtonForwardNex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50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Валер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1527" y="1507543"/>
            <a:ext cx="5350457" cy="5350457"/>
          </a:xfrm>
          <a:prstGeom prst="rect">
            <a:avLst/>
          </a:prstGeom>
        </p:spPr>
      </p:pic>
      <p:pic>
        <p:nvPicPr>
          <p:cNvPr id="5" name="Бо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342" y="2277139"/>
            <a:ext cx="3636658" cy="4580861"/>
          </a:xfrm>
          <a:prstGeom prst="rect">
            <a:avLst/>
          </a:prstGeom>
        </p:spPr>
      </p:pic>
      <p:sp>
        <p:nvSpPr>
          <p:cNvPr id="6" name="1"/>
          <p:cNvSpPr/>
          <p:nvPr/>
        </p:nvSpPr>
        <p:spPr>
          <a:xfrm>
            <a:off x="2243073" y="212385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Че те надо?</a:t>
            </a:r>
          </a:p>
        </p:txBody>
      </p:sp>
      <p:sp>
        <p:nvSpPr>
          <p:cNvPr id="7" name="1"/>
          <p:cNvSpPr/>
          <p:nvPr/>
        </p:nvSpPr>
        <p:spPr>
          <a:xfrm>
            <a:off x="5578511" y="1043658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Что скажешь?</a:t>
            </a:r>
          </a:p>
        </p:txBody>
      </p:sp>
      <p:pic>
        <p:nvPicPr>
          <p:cNvPr id="8" name="и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497" y="5790517"/>
            <a:ext cx="1486851" cy="1067483"/>
          </a:xfrm>
          <a:prstGeom prst="rect">
            <a:avLst/>
          </a:prstGeom>
        </p:spPr>
      </p:pic>
      <p:sp>
        <p:nvSpPr>
          <p:cNvPr id="9" name="1"/>
          <p:cNvSpPr/>
          <p:nvPr/>
        </p:nvSpPr>
        <p:spPr>
          <a:xfrm>
            <a:off x="2452026" y="1861502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 похож на психа?</a:t>
            </a:r>
          </a:p>
        </p:txBody>
      </p:sp>
      <p:sp>
        <p:nvSpPr>
          <p:cNvPr id="10" name="1"/>
          <p:cNvSpPr/>
          <p:nvPr/>
        </p:nvSpPr>
        <p:spPr>
          <a:xfrm>
            <a:off x="5578510" y="2679346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Да</a:t>
            </a:r>
          </a:p>
        </p:txBody>
      </p:sp>
      <p:pic>
        <p:nvPicPr>
          <p:cNvPr id="11" name="Дота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41" y="5791140"/>
            <a:ext cx="1066860" cy="1066860"/>
          </a:xfrm>
          <a:prstGeom prst="rect">
            <a:avLst/>
          </a:prstGeom>
        </p:spPr>
      </p:pic>
      <p:sp>
        <p:nvSpPr>
          <p:cNvPr id="12" name="1"/>
          <p:cNvSpPr/>
          <p:nvPr/>
        </p:nvSpPr>
        <p:spPr>
          <a:xfrm>
            <a:off x="2452026" y="3476728"/>
            <a:ext cx="3990109" cy="831273"/>
          </a:xfrm>
          <a:prstGeom prst="round2DiagRect">
            <a:avLst>
              <a:gd name="adj1" fmla="val 16667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Ну тоже верно</a:t>
            </a:r>
          </a:p>
        </p:txBody>
      </p:sp>
      <p:sp>
        <p:nvSpPr>
          <p:cNvPr id="13" name="Управляющая кнопка: далее 12">
            <a:hlinkClick r:id="" action="ppaction://hlinkshowjump?jump=nextslide" highlightClick="1"/>
          </p:cNvPr>
          <p:cNvSpPr/>
          <p:nvPr/>
        </p:nvSpPr>
        <p:spPr>
          <a:xfrm>
            <a:off x="10507579" y="0"/>
            <a:ext cx="1684421" cy="1122196"/>
          </a:xfrm>
          <a:prstGeom prst="actionButtonForwardNex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44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07CB2-2E15-41F4-980A-401E6F48F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A7F5C015-5E69-4207-8396-4EE311271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707" y="1825625"/>
            <a:ext cx="80705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0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71</Words>
  <Application>Microsoft Office PowerPoint</Application>
  <PresentationFormat>Широкоэкранный</PresentationFormat>
  <Paragraphs>15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ВЕЛИКИЙ БОСИН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ВЕЛИКИЙ БОСИН</dc:title>
  <dc:creator>Студент</dc:creator>
  <cp:lastModifiedBy>Геннадий Балашов</cp:lastModifiedBy>
  <cp:revision>12</cp:revision>
  <dcterms:created xsi:type="dcterms:W3CDTF">2026-10-14T12:34:41Z</dcterms:created>
  <dcterms:modified xsi:type="dcterms:W3CDTF">2026-10-25T15:52:06Z</dcterms:modified>
</cp:coreProperties>
</file>